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800" b="0" i="0" u="none" strike="noStrike">
                <a:solidFill>
                  <a:srgbClr val="FFFFFF"/>
                </a:solidFill>
                <a:latin typeface="Arial"/>
              </a:rPr>
              <a:t>Explosive Growth in Digital Payments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 Transactions (Billions)</c:v>
                </c:pt>
              </c:strCache>
            </c:strRef>
          </c:tx>
          <c:spPr>
            <a:solidFill>
              <a:srgbClr val="6366F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366f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 (Proj)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74</c:v>
                </c:pt>
                <c:pt idx="2">
                  <c:v>114</c:v>
                </c:pt>
                <c:pt idx="3">
                  <c:v>160</c:v>
                </c:pt>
                <c:pt idx="4">
                  <c:v>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800" b="0" i="0" u="none" strike="noStrike">
                <a:solidFill>
                  <a:srgbClr val="FFFFFF"/>
                </a:solidFill>
                <a:latin typeface="Arial"/>
              </a:rPr>
              <a:t>AI-Powered Categorization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Automated Categorization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A855F7"/>
              </a:solidFill>
              <a:effectLst/>
            </c:spPr>
          </c:dPt>
          <c:dPt>
            <c:idx val="3"/>
            <c:bubble3D val="0"/>
            <c:spPr>
              <a:solidFill>
                <a:srgbClr val="EAB308"/>
              </a:solidFill>
              <a:effectLst/>
            </c:spPr>
          </c:dPt>
          <c:dPt>
            <c:idx val="4"/>
            <c:bubble3D val="0"/>
            <c:spPr>
              <a:solidFill>
                <a:srgbClr val="14B8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Food</c:v>
                </c:pt>
                <c:pt idx="1">
                  <c:v>Transport</c:v>
                </c:pt>
                <c:pt idx="2">
                  <c:v>Shopping</c:v>
                </c:pt>
                <c:pt idx="3">
                  <c:v>Bills</c:v>
                </c:pt>
                <c:pt idx="4">
                  <c:v>Health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320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</a:rPr>
              <a:t>SaveWise | Pitch Deck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SaveWise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4D399"/>
                </a:solidFill>
              </a:rPr>
              <a:t>Stop tracking. Start growing.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334327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CCCC"/>
                </a:solidFill>
              </a:rPr>
              <a:t>The intelligent, fully automated personal finance tracker.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SITUATION: The 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expense tracking is dead.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payments (UPI) are growing exponentially.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make dozens of micro-transactions daily.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tracking is tedious, leading to lost financial clarity and broken budgets.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0" y="137160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The Objective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financial clarity with zero friction.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fully automated personal finance tracker.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 manual data entry completely.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Unify daily cash flow management with long-term wealth building (stocks/investments).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The SaveWise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parsing &amp; real-time insights.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custom engine that parses standard bank SMS alerts instantly.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live Yahoo Finance data for real-time stock portfolio tracking.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an AI Advisor that analyzes real spending habits for actionable feedback.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0" y="1371600"/>
          <a:ext cx="3200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The Platform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Beautiful, intuitive, and lightning fast.</a:t>
            </a:r>
            <a:endParaRPr lang="en-US" sz="3200" dirty="0"/>
          </a:p>
        </p:txBody>
      </p:sp>
      <p:pic>
        <p:nvPicPr>
          <p:cNvPr id="4" name="Image 0" descr="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0"/>
            <a:ext cx="4114800" cy="2560320"/>
          </a:xfrm>
          <a:prstGeom prst="rect">
            <a:avLst/>
          </a:prstGeom>
        </p:spPr>
      </p:pic>
      <p:pic>
        <p:nvPicPr>
          <p:cNvPr id="5" name="Image 1" descr="portfol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011680"/>
            <a:ext cx="41148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The Outcome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production-ready financial ecosystem.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automated expense tracking achieved for users.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Bank-grade security with AES-256-GCM encryption and robust SQLite fallback.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comprehensive automated health checks running daily ensuring maximum reliability.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test coverage across core engines.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ASK: Let's Scale SaveWise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for the next generation.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Soloking (2nd-Year CSE B.Tech Student) with a passion for FinTech and automation.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Seeking seed funding and mentorship to scale infrastructure and integrate direct banking APIs.</a:t>
            </a:r>
            <a:endParaRPr lang="en-US" sz="2200" dirty="0"/>
          </a:p>
          <a:p>
            <a:pPr marL="342900" indent="-342900">
              <a:lnSpc>
                <a:spcPts val="3500"/>
              </a:lnSpc>
              <a:buSzPct val="100000"/>
              <a:buChar char="•"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drive user acquisition among students and young professionals.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2026-07-15T17:41:58Z</dcterms:created>
  <dcterms:modified xsi:type="dcterms:W3CDTF">2026-07-15T17:41:58Z</dcterms:modified>
</cp:coreProperties>
</file>