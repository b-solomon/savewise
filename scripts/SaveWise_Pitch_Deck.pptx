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320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SaveWise Pitch Deck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SaveWise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D399"/>
                </a:solidFill>
              </a:rPr>
              <a:t>Stop tracking. Start growing.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34327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The intelligent personal finance tracker that works entirely on autopilot.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expenses shouldn't feel like a part-time job.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entry is tedious, frustrating, and eventually abandoned.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 are rigid and hard to manage on a phone.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lose sight of the big picture—how daily spending directly impacts long-term wealth and stock investments.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entry. Total financial clarity.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SaveWise connects directly to standard bank SMS alerts.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Auto-categorizes every expense and income source instantly.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a unified view of your cash flow alongside your stock market portfolio.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(The Magic)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all starts with an SMS.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You Spend: Swipe your card or make a UPI payment.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Alert: Your bank sends a standard SMS notification.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Engine: SaveWise instantly parses, categorizes, and logs the transaction.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 Result: Your dashboard updates in real-time. No bank logins required.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complete financial control.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SMS Parsing: High-accuracy matching for Indian banks, UPI, and common merchants.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Dashboard: Live tracking for daily expenses, savings goals, and real-time stock portfolios.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Advisor: Get actionable, personalized feedback based entirely on your actual spending habits.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Tech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Bank-grade security. Local-first reliability.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React, Node.js, and PostgreSQL with a seamless SQLite fallback.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AES-256-GCM encryption protecting all sensitive transaction data.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Resilience: Fully automated, with 16 comprehensive daily health checks ensuring 100% uptime.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 (Market Opportunity)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is running on UPI.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transactions in India are at an all-time high, making cash obsolete for many.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massive new generation of young adults needs a secure, automated way to manage their money without friction.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wide open for a tracker that is actually effortless to use.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building this?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Soloking – 2nd-Year CSE B.Tech Student.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Passionate about FinTech, automation, and building products that solve real, everyday problems.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SaveWise from the ground up with production-grade architecture, full test coverage, and automated CI/CD.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scale SaveWise.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seeking seed funding and strategic mentorship.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will scale infrastructure, integrate direct banking APIs, and drive user acquisition among students and young professionals.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Ready to make finance effortless?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0861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4D399"/>
                </a:solidFill>
              </a:rPr>
              <a:t>Soloking</a:t>
            </a:r>
            <a:endParaRPr lang="en-US" sz="2000" dirty="0"/>
          </a:p>
          <a:p>
            <a:pPr algn="ctr"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4D399"/>
                </a:solidFill>
              </a:rPr>
              <a:t>bsolomon2708@gmail.com</a:t>
            </a:r>
            <a:endParaRPr lang="en-US" sz="2000" dirty="0"/>
          </a:p>
          <a:p>
            <a:pPr algn="ctr"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4D399"/>
                </a:solidFill>
              </a:rPr>
              <a:t>GitHub: github.com/b-solomon/savewise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2026-07-15T17:29:28Z</dcterms:created>
  <dcterms:modified xsi:type="dcterms:W3CDTF">2026-07-15T17:29:28Z</dcterms:modified>
</cp:coreProperties>
</file>